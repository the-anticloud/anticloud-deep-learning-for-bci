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https://github.com/xiangzhang1015/Deep-Learning-for-BCI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